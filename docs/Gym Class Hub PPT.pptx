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Old Standard TT"/>
      <p:regular r:id="rId11"/>
      <p:bold r:id="rId12"/>
      <p: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ldStandardTT-regular.fntdata"/><Relationship Id="rId10" Type="http://schemas.openxmlformats.org/officeDocument/2006/relationships/slide" Target="slides/slide5.xml"/><Relationship Id="rId13" Type="http://schemas.openxmlformats.org/officeDocument/2006/relationships/font" Target="fonts/OldStandardTT-italic.fntdata"/><Relationship Id="rId12" Type="http://schemas.openxmlformats.org/officeDocument/2006/relationships/font" Target="fonts/OldStandardT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035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c8d572c2a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c8d572c2a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c8d572c2ae_1_5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c8d572c2ae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8d572c2ae_1_1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8d572c2ae_1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0357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0357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jmoore32001.github.io/sp26-team7/high-fidelity-prototyp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Gym Class Hub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William Moore &amp; Chloe Rhodes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Gym Class Hub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Gym Class Hub is a web app for </a:t>
            </a:r>
            <a:r>
              <a:rPr lang="en"/>
              <a:t>a local </a:t>
            </a:r>
            <a:r>
              <a:rPr lang="en"/>
              <a:t>gym.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Instead of the gym running every class, fitness instructors can create classes and members attend.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main goal is to make hosting and attending gym classes easy.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Functionalities</a:t>
            </a:r>
            <a:endParaRPr/>
          </a:p>
        </p:txBody>
      </p:sp>
      <p:sp>
        <p:nvSpPr>
          <p:cNvPr id="72" name="Google Shape;72;p15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Customer(Student)</a:t>
            </a:r>
            <a:endParaRPr/>
          </a:p>
        </p:txBody>
      </p:sp>
      <p:sp>
        <p:nvSpPr>
          <p:cNvPr id="73" name="Google Shape;73;p15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Log in and sign up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Manage Profile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Browse Classes by Search &amp; Filtering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Enroll in Classes</a:t>
            </a:r>
            <a:endParaRPr/>
          </a:p>
          <a:p>
            <a:pPr indent="-317500" lvl="1" marL="914400" rtl="0" algn="l">
              <a:spcBef>
                <a:spcPts val="16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Join Waitlist if full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1600"/>
              </a:spcAft>
              <a:buSzPts val="1800"/>
              <a:buChar char="●"/>
            </a:pPr>
            <a:r>
              <a:rPr lang="en"/>
              <a:t>Leave Reviews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Functionalities</a:t>
            </a:r>
            <a:endParaRPr/>
          </a:p>
        </p:txBody>
      </p:sp>
      <p:sp>
        <p:nvSpPr>
          <p:cNvPr id="79" name="Google Shape;79;p16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Provider(Instructor)</a:t>
            </a:r>
            <a:endParaRPr/>
          </a:p>
        </p:txBody>
      </p:sp>
      <p:sp>
        <p:nvSpPr>
          <p:cNvPr id="80" name="Google Shape;80;p1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Log in or Sign up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Manage Profile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and Schedule a Class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View Enrollments/Waitlist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1600"/>
              </a:spcAft>
              <a:buSzPts val="1800"/>
              <a:buChar char="●"/>
            </a:pPr>
            <a:r>
              <a:rPr lang="en"/>
              <a:t>Reply to Reviews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256700" y="315575"/>
            <a:ext cx="8655000" cy="310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https://wjmoore32001.github.io/sp26-team7/high-fidelity-prototype/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